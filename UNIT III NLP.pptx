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330DC25-1009-4443-AD82-1FE9D6EDAF7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4609022-FAC7-4EF4-85A3-05673437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827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DC25-1009-4443-AD82-1FE9D6EDAF7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09022-FAC7-4EF4-85A3-05673437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122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DC25-1009-4443-AD82-1FE9D6EDAF7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09022-FAC7-4EF4-85A3-05673437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776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DC25-1009-4443-AD82-1FE9D6EDAF7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09022-FAC7-4EF4-85A3-05673437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279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DC25-1009-4443-AD82-1FE9D6EDAF7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09022-FAC7-4EF4-85A3-05673437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968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DC25-1009-4443-AD82-1FE9D6EDAF7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09022-FAC7-4EF4-85A3-05673437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534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DC25-1009-4443-AD82-1FE9D6EDAF7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09022-FAC7-4EF4-85A3-05673437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808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DC25-1009-4443-AD82-1FE9D6EDAF7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09022-FAC7-4EF4-85A3-05673437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734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DC25-1009-4443-AD82-1FE9D6EDAF7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09022-FAC7-4EF4-85A3-05673437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13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DC25-1009-4443-AD82-1FE9D6EDAF7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09022-FAC7-4EF4-85A3-05673437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76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DC25-1009-4443-AD82-1FE9D6EDAF7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09022-FAC7-4EF4-85A3-05673437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23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DC25-1009-4443-AD82-1FE9D6EDAF7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09022-FAC7-4EF4-85A3-05673437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736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DC25-1009-4443-AD82-1FE9D6EDAF7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09022-FAC7-4EF4-85A3-05673437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1672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DC25-1009-4443-AD82-1FE9D6EDAF7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09022-FAC7-4EF4-85A3-05673437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173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DC25-1009-4443-AD82-1FE9D6EDAF7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09022-FAC7-4EF4-85A3-05673437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709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330DC25-1009-4443-AD82-1FE9D6EDAF7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09022-FAC7-4EF4-85A3-05673437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7430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330DC25-1009-4443-AD82-1FE9D6EDAF7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09022-FAC7-4EF4-85A3-05673437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71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330DC25-1009-4443-AD82-1FE9D6EDAF7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4609022-FAC7-4EF4-85A3-0567343747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978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C3B1E-C8DC-1B71-07C4-46B337296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69" y="694592"/>
            <a:ext cx="11446229" cy="1143000"/>
          </a:xfrm>
        </p:spPr>
        <p:txBody>
          <a:bodyPr/>
          <a:lstStyle/>
          <a:p>
            <a:pPr>
              <a:tabLst>
                <a:tab pos="6276975" algn="l"/>
              </a:tabLst>
            </a:pPr>
            <a:r>
              <a:rPr lang="en-US" dirty="0"/>
              <a:t>UNIT III</a:t>
            </a:r>
            <a:br>
              <a:rPr lang="en-US" dirty="0"/>
            </a:br>
            <a:r>
              <a:rPr lang="en-US" dirty="0"/>
              <a:t>Parsing and tagging     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CC2CB7B-2DA3-21DE-CB70-7AD3F632A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Presented by </a:t>
            </a:r>
            <a:r>
              <a:rPr lang="en-US" dirty="0" err="1"/>
              <a:t>Abitha</a:t>
            </a:r>
            <a:r>
              <a:rPr lang="en-US" dirty="0"/>
              <a:t> E</a:t>
            </a:r>
          </a:p>
          <a:p>
            <a:r>
              <a:rPr lang="en-IN" dirty="0"/>
              <a:t>Natural Language Processing</a:t>
            </a:r>
          </a:p>
        </p:txBody>
      </p:sp>
    </p:spTree>
    <p:extLst>
      <p:ext uri="{BB962C8B-B14F-4D97-AF65-F5344CB8AC3E}">
        <p14:creationId xmlns:p14="http://schemas.microsoft.com/office/powerpoint/2010/main" val="2263332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DA369-9C67-A13A-E36C-539300219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0E607-46BC-7E87-D125-DF412DD81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Parsing and tagging are important tasks in Natural Language Processing (NLP).</a:t>
            </a:r>
          </a:p>
          <a:p>
            <a:r>
              <a:rPr lang="en-US" dirty="0"/>
              <a:t>  They help computers understand human language.</a:t>
            </a:r>
          </a:p>
          <a:p>
            <a:r>
              <a:rPr lang="en-US" dirty="0"/>
              <a:t>  They analyze sentence structure and meaning.</a:t>
            </a:r>
          </a:p>
          <a:p>
            <a:r>
              <a:rPr lang="en-US" dirty="0"/>
              <a:t>  Used in many AI applications like chatbots and voice assistants.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7612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864A8-06FD-2396-378F-EE688921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8A300-68FF-2697-ED32-2A8BA65EC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Parsing means analyzing the grammatical structure of a sentence.</a:t>
            </a:r>
          </a:p>
          <a:p>
            <a:r>
              <a:rPr lang="en-US" dirty="0"/>
              <a:t>  It identifies relationships between words. </a:t>
            </a:r>
          </a:p>
          <a:p>
            <a:r>
              <a:rPr lang="en-US" dirty="0"/>
              <a:t> Helps machines understand the meaning of sentences.</a:t>
            </a:r>
          </a:p>
          <a:p>
            <a:r>
              <a:rPr lang="en-US" dirty="0"/>
              <a:t>  Example: The dog eats food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1869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696CD-BBE5-DE2E-8736-BBAF63DC4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48430-7FCD-1A9F-595F-568BADA6D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Two main types of parsing: </a:t>
            </a:r>
          </a:p>
          <a:p>
            <a:r>
              <a:rPr lang="en-US" dirty="0"/>
              <a:t>       • 1. Constituency Parsing</a:t>
            </a:r>
          </a:p>
          <a:p>
            <a:r>
              <a:rPr lang="en-US" dirty="0"/>
              <a:t>        • 2. Dependency Parsing </a:t>
            </a:r>
          </a:p>
          <a:p>
            <a:r>
              <a:rPr lang="en-US" dirty="0"/>
              <a:t> Both methods analyze sentence structure in different ways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8489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08019-9055-C9C7-0EB4-C7681C15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Constituency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9CE9F-39E4-E399-620C-BCCC5AB69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Divides a sentence into phrases.</a:t>
            </a:r>
          </a:p>
          <a:p>
            <a:r>
              <a:rPr lang="en-US" dirty="0"/>
              <a:t> Shows how words combine to form phrases.</a:t>
            </a:r>
          </a:p>
          <a:p>
            <a:r>
              <a:rPr lang="en-US" dirty="0"/>
              <a:t> Creates a tree structure. </a:t>
            </a:r>
          </a:p>
          <a:p>
            <a:r>
              <a:rPr lang="en-US" dirty="0"/>
              <a:t>Example: The boy plays cricket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488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1A578-9B09-7A8E-C753-A8A54DFE1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Dependency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E1379-52BB-9D02-EA57-AF7025A53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Shows relationship between words in a sentence.</a:t>
            </a:r>
          </a:p>
          <a:p>
            <a:r>
              <a:rPr lang="en-US" dirty="0"/>
              <a:t> One word depends on another word. </a:t>
            </a:r>
          </a:p>
          <a:p>
            <a:r>
              <a:rPr lang="en-US" dirty="0"/>
              <a:t> Example: She reads a book. </a:t>
            </a:r>
          </a:p>
          <a:p>
            <a:r>
              <a:rPr lang="en-US" dirty="0"/>
              <a:t> reads = main verb, She = subject, book = object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6906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23EAA-2FD3-5F02-521A-202D368C9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Shallow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F38B3-1E79-5D3C-D00A-BABFB0BD6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Also called Chunking.</a:t>
            </a:r>
          </a:p>
          <a:p>
            <a:r>
              <a:rPr lang="en-US" dirty="0"/>
              <a:t> Identifies only basic phrases. </a:t>
            </a:r>
          </a:p>
          <a:p>
            <a:r>
              <a:rPr lang="en-US" dirty="0"/>
              <a:t> Does not analyze full sentence structure.</a:t>
            </a:r>
          </a:p>
          <a:p>
            <a:r>
              <a:rPr lang="en-US" dirty="0"/>
              <a:t>  Common chunks: Noun Phrase (NP), Verb Phrase (VP)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8686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2FDC5-1D3F-DBEC-84F1-BD8BA8B4A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Named Entity Recognition (NER)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D3033-969D-30F4-AD30-64BD84598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Identifies important entities in text.</a:t>
            </a:r>
          </a:p>
          <a:p>
            <a:r>
              <a:rPr lang="en-US" dirty="0"/>
              <a:t> Examples: Person, Organization, Location, Date. </a:t>
            </a:r>
          </a:p>
          <a:p>
            <a:r>
              <a:rPr lang="en-US" dirty="0"/>
              <a:t> Example: Sundar Pichai works at Google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3416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F1B08-497F-8AA7-C6F6-2A030E11A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Grammar-Based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F72B4-90FA-D624-CA29-01E1086FF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Uses predefined grammar rules.</a:t>
            </a:r>
          </a:p>
          <a:p>
            <a:r>
              <a:rPr lang="en-IN" dirty="0"/>
              <a:t> Sentence structure follows grammar patterns.</a:t>
            </a:r>
          </a:p>
          <a:p>
            <a:r>
              <a:rPr lang="en-IN" dirty="0"/>
              <a:t> Example rule: Sentence → Noun Phrase + Verb Phrase. </a:t>
            </a:r>
          </a:p>
          <a:p>
            <a:r>
              <a:rPr lang="en-IN" dirty="0"/>
              <a:t>Accurate for simple sentences</a:t>
            </a:r>
          </a:p>
        </p:txBody>
      </p:sp>
    </p:spTree>
    <p:extLst>
      <p:ext uri="{BB962C8B-B14F-4D97-AF65-F5344CB8AC3E}">
        <p14:creationId xmlns:p14="http://schemas.microsoft.com/office/powerpoint/2010/main" val="53280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6CF53-4C35-5FF6-4111-E04EC9713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46092-A02C-46C7-1FED-90CED19A8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probability and machine learning. </a:t>
            </a:r>
          </a:p>
          <a:p>
            <a:r>
              <a:rPr lang="en-US" dirty="0"/>
              <a:t> Learns patterns from large datasets.</a:t>
            </a:r>
          </a:p>
          <a:p>
            <a:r>
              <a:rPr lang="en-US" dirty="0"/>
              <a:t> Handles complex sentences. </a:t>
            </a:r>
          </a:p>
          <a:p>
            <a:r>
              <a:rPr lang="en-US" dirty="0"/>
              <a:t> More flexible than rule-based parsing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790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800AD-F292-CF10-2D02-1164BB1EA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28468-F1D2-7598-68F3-1DA9259F1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Chatbots</a:t>
            </a:r>
          </a:p>
          <a:p>
            <a:r>
              <a:rPr lang="en-IN" dirty="0"/>
              <a:t>  Speech recognition</a:t>
            </a:r>
          </a:p>
          <a:p>
            <a:r>
              <a:rPr lang="en-IN" dirty="0"/>
              <a:t>  Machine translation </a:t>
            </a:r>
          </a:p>
          <a:p>
            <a:r>
              <a:rPr lang="en-IN" dirty="0"/>
              <a:t> Information extraction </a:t>
            </a:r>
          </a:p>
          <a:p>
            <a:r>
              <a:rPr lang="en-IN" dirty="0"/>
              <a:t>Question answering systems </a:t>
            </a:r>
          </a:p>
        </p:txBody>
      </p:sp>
    </p:spTree>
    <p:extLst>
      <p:ext uri="{BB962C8B-B14F-4D97-AF65-F5344CB8AC3E}">
        <p14:creationId xmlns:p14="http://schemas.microsoft.com/office/powerpoint/2010/main" val="2663616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BC85A-3B76-872E-4EFB-F10578B5B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ECD8F-DB7F-CBE7-E375-B356CC2B7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Parsing helps understand sentence structure.</a:t>
            </a:r>
          </a:p>
          <a:p>
            <a:r>
              <a:rPr lang="en-US" dirty="0"/>
              <a:t>  Tagging identifies important language elements.</a:t>
            </a:r>
          </a:p>
          <a:p>
            <a:r>
              <a:rPr lang="en-US" dirty="0"/>
              <a:t>  These techniques are essential in modern NLP systems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0035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20</TotalTime>
  <Words>355</Words>
  <Application>Microsoft Office PowerPoint</Application>
  <PresentationFormat>Widescreen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UNIT III Parsing and tagging     </vt:lpstr>
      <vt:lpstr>Introduction</vt:lpstr>
      <vt:lpstr>What is Parsing</vt:lpstr>
      <vt:lpstr>Types of Parsing</vt:lpstr>
      <vt:lpstr>Constituency Parsing</vt:lpstr>
      <vt:lpstr>Dependency Parsing</vt:lpstr>
      <vt:lpstr>Shallow Parsing</vt:lpstr>
      <vt:lpstr>Named Entity Recognition (NER)</vt:lpstr>
      <vt:lpstr>Grammar-Based Parsing</vt:lpstr>
      <vt:lpstr>Statistical Parsing</vt:lpstr>
      <vt:lpstr>Applications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abiabima820@outlook.com</dc:creator>
  <cp:lastModifiedBy>abiabima820@outlook.com</cp:lastModifiedBy>
  <cp:revision>1</cp:revision>
  <dcterms:created xsi:type="dcterms:W3CDTF">2026-03-09T09:06:00Z</dcterms:created>
  <dcterms:modified xsi:type="dcterms:W3CDTF">2026-03-09T09:26:46Z</dcterms:modified>
</cp:coreProperties>
</file>